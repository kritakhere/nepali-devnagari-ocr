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78" y="1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586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Nepali Handwritten OCR Pipeline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+ NLP for Government Forms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Kritak Aryal  •  Rashmi Gauli  •  Junisha Shakya  •  Noel Maharjan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 has millions of handwritten government records (citizenship, land, courts) that need digitization.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typing is slow, expensive, and doesn't scale.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(Tesseract, EasyOCR) don't work well for: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Handwritten Devanagari script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Fixed template forms with structured fields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7-Stage Pipeline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Reference Template Setup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Input Preprocessing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Template Alignment (ORB + RANSAC)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Field Cropping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CRNN Text Recognition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NLP Post-Processing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JSON Output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Technology: CRNN with CTC Decoding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CNN Backbone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from handwritten images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4048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 Sequence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0" y="1508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temporal dependencies between characters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49440" y="1097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 Loss + Greedy Decoding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49440" y="1508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image pixels to text without char-level annotation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Transfer Learning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Pre-train on 92k real Hindi handwritten words (HindiSeg dataset)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Fine-tune on ~24k synthetic Nepali font-rendered names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Hindi and Nepali share Devanagari script. Transfer learning gains +4.97 pp over Hindi-only baseline.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2286000" cy="36576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0" y="1005840"/>
            <a:ext cx="2743200" cy="36576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Nepali Val Set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126480" y="1005840"/>
            <a:ext cx="2560320" cy="36576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Forms (After NLP)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Accuracy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69.92%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78–89%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Error Rate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6.71%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5603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Post-Processing Impact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1089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Corrected 3 fields (all श्रेष्ठ last-name confusions)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new errors introduced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Used </a:t>
            </a:r>
            <a:r>
              <a:rPr lang="en-US" sz="13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Levenshtein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fuzzy matching (distance ≤ 2) against vocabulary</a:t>
            </a:r>
            <a:b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Cannot correct confusion in long compact names like (</a:t>
            </a:r>
            <a:r>
              <a:rPr lang="hi-IN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काठमाडौं</a:t>
            </a: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Training Strategy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HindiSeg (92,000 real handwritten Hindi words)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handwriting variability; stroke width, slant, ink spread. Epochs: 12. Early stop at 13, best model at epoch 10. Learning rate: 1×10⁻⁴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Nepali Font-Rendered Names (~24,000 images, 1,358 unique words, 18 fonts)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from Google Fonts rendered in Devanagari handwriting style. Train/val split by word index to avoid overfitting to font variants. Epochs: 20. Differential learning rates (Block 4–5: 1×10⁻⁶, BiLSTM/FC: 1×10⁻⁴)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1,353 elements (789 first names, 485 last names, 79 districts)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parameters: 17,928,629 | GPU: Single Nvidia T4 | Hardware cost: $0 (Kaggle free tier)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Synthetic-only Phase 2 training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handwriting has stroke variability fonts can't replicate. Real-world accuracy unknown.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Diacritic and matra confusion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vowel ि vs long ी differ by 1 pixel at 320×128 resolution. VGG16 pooling loses this precision.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 autonomous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383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predicted field must be reviewed by a literate human. This is a first-pass digitization aid, not a replacement.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But: Viable for mandatory human review workflow. Reduces manual workload significantly.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Cost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CPU inference only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needed to run inference. Standard government office PC works.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Offline deployment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offline after model load. No internet needed—critical for rural district offices.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software cost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only: PyTorch, OpenCV, PyMuPDF, Gradio. No proprietary licenses or cloud subscriptions.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training cost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2468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phases trained on Kaggle free GPU tier. Reproducible at no cost.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Cost: Human labor for field review and correction (unavoidable for accuracy guarantee)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Interface: Devanagari labels + instructions for Nepali-speaking government staff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Collect 50–100 real handwritten forms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Phase 2 on real handwriting to close the synthetic-to-real gap.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Beam search + Nepali character language model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greedy CTC decoding to improve matra and rare conjunct recognition.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Morphological preprocessing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enhancement and stroke normalization to amplify 1-pixel matra differences.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Expand scope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minority community surnames to vocabulary; support multiple form templates.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A254936-B14F-8E6B-F827-D1DF564A6B73}"/>
              </a:ext>
            </a:extLst>
          </p:cNvPr>
          <p:cNvSpPr/>
          <p:nvPr/>
        </p:nvSpPr>
        <p:spPr>
          <a:xfrm>
            <a:off x="2965784" y="2213810"/>
            <a:ext cx="3212432" cy="5775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queries?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37221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690</Words>
  <Application>Microsoft Office PowerPoint</Application>
  <PresentationFormat>On-screen Show (16:9)</PresentationFormat>
  <Paragraphs>87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Kritak Aryal</cp:lastModifiedBy>
  <cp:revision>2</cp:revision>
  <dcterms:created xsi:type="dcterms:W3CDTF">2026-08-05T14:13:03Z</dcterms:created>
  <dcterms:modified xsi:type="dcterms:W3CDTF">2026-08-05T14:27:21Z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2026-08-05T14:27:17Z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6ca77613-575d-429b-86b6-3437e3d6ffd2</vt:lpwstr>
  </property>
  <property fmtid="{D5CDD505-2E9C-101B-9397-08002B2CF9AE}" pid="7" name="MSIP_Label_defa4170-0d19-0005-0004-bc88714345d2_ActionId">
    <vt:lpwstr>488e1335-9bcb-4cca-a7a2-2d460aea255a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